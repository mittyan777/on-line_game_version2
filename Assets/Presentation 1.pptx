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A7507-7B04-2969-6AA0-E49A05193A2C}" v="133" dt="2026-01-11T14:29:29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234F6D4-F446-B706-F0AF-BA99B4BC9E9E}"/>
              </a:ext>
            </a:extLst>
          </p:cNvPr>
          <p:cNvGrpSpPr/>
          <p:nvPr/>
        </p:nvGrpSpPr>
        <p:grpSpPr>
          <a:xfrm>
            <a:off x="-384705" y="785281"/>
            <a:ext cx="12966702" cy="5535086"/>
            <a:chOff x="-3705" y="160865"/>
            <a:chExt cx="12966702" cy="553508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95FAF8D-E929-C25A-8871-92CC21E73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621712" y="404283"/>
              <a:ext cx="4039659" cy="223943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E0EF998-39C1-887C-991D-A57A84530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3704" y="160865"/>
              <a:ext cx="4030134" cy="226483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D99838E-66E8-EAEC-E042-83F8E5D67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463" y="3388783"/>
              <a:ext cx="4022725" cy="2257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96C0A2A-22F8-83BB-50DE-1BCE76FF3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49797" y="3388783"/>
              <a:ext cx="4013200" cy="22479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247EA2-C960-CD7F-1DE4-5E3EE8DEE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716211" y="3431117"/>
              <a:ext cx="4022725" cy="22648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7FB7EE4-ED9D-F896-7FA6-29F753277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3705" y="3240617"/>
              <a:ext cx="4021667" cy="22479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FFCCD2A-DFE6-2027-3760-6241CAA1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716211" y="160867"/>
              <a:ext cx="4030134" cy="228176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5B493C6-7D5B-A6A5-1AF2-D0B0F92FD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10214" y="182035"/>
              <a:ext cx="4244975" cy="2259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</cp:revision>
  <dcterms:created xsi:type="dcterms:W3CDTF">2026-01-11T14:24:23Z</dcterms:created>
  <dcterms:modified xsi:type="dcterms:W3CDTF">2026-01-11T14:30:24Z</dcterms:modified>
</cp:coreProperties>
</file>